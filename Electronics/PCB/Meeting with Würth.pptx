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B1B13-B6E8-4A6E-9534-099E802442CC}" v="7" dt="2024-02-09T09:51:43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0" d="100"/>
          <a:sy n="190" d="100"/>
        </p:scale>
        <p:origin x="41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ek Keskküla" userId="38580fb5-fa85-404e-8e13-de768a53772c" providerId="ADAL" clId="{E41B1B13-B6E8-4A6E-9534-099E802442CC}"/>
    <pc:docChg chg="undo custSel addSld modSld">
      <pc:chgData name="Indrek Keskküla" userId="38580fb5-fa85-404e-8e13-de768a53772c" providerId="ADAL" clId="{E41B1B13-B6E8-4A6E-9534-099E802442CC}" dt="2024-02-09T10:22:59.006" v="462" actId="1076"/>
      <pc:docMkLst>
        <pc:docMk/>
      </pc:docMkLst>
      <pc:sldChg chg="addSp delSp modSp new mod">
        <pc:chgData name="Indrek Keskküla" userId="38580fb5-fa85-404e-8e13-de768a53772c" providerId="ADAL" clId="{E41B1B13-B6E8-4A6E-9534-099E802442CC}" dt="2024-02-09T10:22:59.006" v="462" actId="1076"/>
        <pc:sldMkLst>
          <pc:docMk/>
          <pc:sldMk cId="157672174" sldId="256"/>
        </pc:sldMkLst>
        <pc:spChg chg="del">
          <ac:chgData name="Indrek Keskküla" userId="38580fb5-fa85-404e-8e13-de768a53772c" providerId="ADAL" clId="{E41B1B13-B6E8-4A6E-9534-099E802442CC}" dt="2024-02-09T09:11:04.376" v="2" actId="478"/>
          <ac:spMkLst>
            <pc:docMk/>
            <pc:sldMk cId="157672174" sldId="256"/>
            <ac:spMk id="2" creationId="{E184499E-CD4C-666A-8D20-ACF18EC76528}"/>
          </ac:spMkLst>
        </pc:spChg>
        <pc:spChg chg="del">
          <ac:chgData name="Indrek Keskküla" userId="38580fb5-fa85-404e-8e13-de768a53772c" providerId="ADAL" clId="{E41B1B13-B6E8-4A6E-9534-099E802442CC}" dt="2024-02-09T09:11:02.088" v="1" actId="478"/>
          <ac:spMkLst>
            <pc:docMk/>
            <pc:sldMk cId="157672174" sldId="256"/>
            <ac:spMk id="3" creationId="{9EA60874-D37E-1AAD-7EBA-CE8FCEE77D54}"/>
          </ac:spMkLst>
        </pc:spChg>
        <pc:spChg chg="add mod">
          <ac:chgData name="Indrek Keskküla" userId="38580fb5-fa85-404e-8e13-de768a53772c" providerId="ADAL" clId="{E41B1B13-B6E8-4A6E-9534-099E802442CC}" dt="2024-02-09T10:22:52.996" v="461" actId="1076"/>
          <ac:spMkLst>
            <pc:docMk/>
            <pc:sldMk cId="157672174" sldId="256"/>
            <ac:spMk id="4" creationId="{C1DAC2B5-90E2-E57A-EF60-3826CFB8DD5E}"/>
          </ac:spMkLst>
        </pc:spChg>
        <pc:picChg chg="add mod">
          <ac:chgData name="Indrek Keskküla" userId="38580fb5-fa85-404e-8e13-de768a53772c" providerId="ADAL" clId="{E41B1B13-B6E8-4A6E-9534-099E802442CC}" dt="2024-02-09T10:22:59.006" v="462" actId="1076"/>
          <ac:picMkLst>
            <pc:docMk/>
            <pc:sldMk cId="157672174" sldId="256"/>
            <ac:picMk id="6" creationId="{4B0AF424-1E48-92D5-7856-B9ACC82F34B8}"/>
          </ac:picMkLst>
        </pc:picChg>
      </pc:sldChg>
      <pc:sldChg chg="addSp delSp modSp new mod">
        <pc:chgData name="Indrek Keskküla" userId="38580fb5-fa85-404e-8e13-de768a53772c" providerId="ADAL" clId="{E41B1B13-B6E8-4A6E-9534-099E802442CC}" dt="2024-02-09T10:22:46.260" v="460" actId="1076"/>
        <pc:sldMkLst>
          <pc:docMk/>
          <pc:sldMk cId="2045008023" sldId="257"/>
        </pc:sldMkLst>
        <pc:spChg chg="del">
          <ac:chgData name="Indrek Keskküla" userId="38580fb5-fa85-404e-8e13-de768a53772c" providerId="ADAL" clId="{E41B1B13-B6E8-4A6E-9534-099E802442CC}" dt="2024-02-09T09:35:01.447" v="173" actId="478"/>
          <ac:spMkLst>
            <pc:docMk/>
            <pc:sldMk cId="2045008023" sldId="257"/>
            <ac:spMk id="2" creationId="{6437FCE6-BE9E-B16D-EA6B-35F8E6266E61}"/>
          </ac:spMkLst>
        </pc:spChg>
        <pc:spChg chg="del">
          <ac:chgData name="Indrek Keskküla" userId="38580fb5-fa85-404e-8e13-de768a53772c" providerId="ADAL" clId="{E41B1B13-B6E8-4A6E-9534-099E802442CC}" dt="2024-02-09T09:35:02.892" v="174" actId="478"/>
          <ac:spMkLst>
            <pc:docMk/>
            <pc:sldMk cId="2045008023" sldId="257"/>
            <ac:spMk id="3" creationId="{BA7B5558-DB93-811A-D9A2-F37EFB74FAAE}"/>
          </ac:spMkLst>
        </pc:spChg>
        <pc:spChg chg="add mod">
          <ac:chgData name="Indrek Keskküla" userId="38580fb5-fa85-404e-8e13-de768a53772c" providerId="ADAL" clId="{E41B1B13-B6E8-4A6E-9534-099E802442CC}" dt="2024-02-09T10:22:43.469" v="459" actId="1076"/>
          <ac:spMkLst>
            <pc:docMk/>
            <pc:sldMk cId="2045008023" sldId="257"/>
            <ac:spMk id="8" creationId="{2BEBD32C-049E-F77F-8DBE-5BBA89258A68}"/>
          </ac:spMkLst>
        </pc:spChg>
        <pc:spChg chg="add del mod">
          <ac:chgData name="Indrek Keskküla" userId="38580fb5-fa85-404e-8e13-de768a53772c" providerId="ADAL" clId="{E41B1B13-B6E8-4A6E-9534-099E802442CC}" dt="2024-02-09T10:22:21.836" v="453" actId="478"/>
          <ac:spMkLst>
            <pc:docMk/>
            <pc:sldMk cId="2045008023" sldId="257"/>
            <ac:spMk id="9" creationId="{53B0943D-080B-7AE0-0077-2471970B2B5E}"/>
          </ac:spMkLst>
        </pc:spChg>
        <pc:spChg chg="add del mod">
          <ac:chgData name="Indrek Keskküla" userId="38580fb5-fa85-404e-8e13-de768a53772c" providerId="ADAL" clId="{E41B1B13-B6E8-4A6E-9534-099E802442CC}" dt="2024-02-09T10:22:32.857" v="456" actId="478"/>
          <ac:spMkLst>
            <pc:docMk/>
            <pc:sldMk cId="2045008023" sldId="257"/>
            <ac:spMk id="12" creationId="{7929209E-BD10-4E7D-D1EA-CB1E60767FA9}"/>
          </ac:spMkLst>
        </pc:spChg>
        <pc:picChg chg="add del">
          <ac:chgData name="Indrek Keskküla" userId="38580fb5-fa85-404e-8e13-de768a53772c" providerId="ADAL" clId="{E41B1B13-B6E8-4A6E-9534-099E802442CC}" dt="2024-02-09T09:42:21.796" v="176" actId="478"/>
          <ac:picMkLst>
            <pc:docMk/>
            <pc:sldMk cId="2045008023" sldId="257"/>
            <ac:picMk id="5" creationId="{4271A09E-AB2A-56EE-17EA-02BC1C03BAF8}"/>
          </ac:picMkLst>
        </pc:picChg>
        <pc:picChg chg="add mod">
          <ac:chgData name="Indrek Keskküla" userId="38580fb5-fa85-404e-8e13-de768a53772c" providerId="ADAL" clId="{E41B1B13-B6E8-4A6E-9534-099E802442CC}" dt="2024-02-09T10:22:46.260" v="460" actId="1076"/>
          <ac:picMkLst>
            <pc:docMk/>
            <pc:sldMk cId="2045008023" sldId="257"/>
            <ac:picMk id="7" creationId="{ED6679B7-2EF5-74FA-4982-02B6CEADD847}"/>
          </ac:picMkLst>
        </pc:picChg>
        <pc:picChg chg="add del">
          <ac:chgData name="Indrek Keskküla" userId="38580fb5-fa85-404e-8e13-de768a53772c" providerId="ADAL" clId="{E41B1B13-B6E8-4A6E-9534-099E802442CC}" dt="2024-02-09T09:51:39.482" v="325" actId="22"/>
          <ac:picMkLst>
            <pc:docMk/>
            <pc:sldMk cId="2045008023" sldId="257"/>
            <ac:picMk id="11" creationId="{1BDCEE0D-B71D-AE66-1B62-05A7B987F6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3859-B462-6767-D738-FE819F183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DC171-B231-EAB6-849B-A4BAFFCA3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32F02-B427-FE8D-C27F-B6084D9A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9BBD-D569-FEA6-E42B-427F4314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A0C97-2453-AE31-7369-60A7C20A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7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34F8-4B1C-11D2-AF37-848A854D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AFC5A-B4E3-6624-884C-B14CE0C2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5570E-1D1B-CDA7-577C-559A01B9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2BE8F-C86F-B917-D49F-74D16CBD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669CB-C9C3-9A44-0638-F96C61B7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2535-36BF-3F92-030D-DA975ACDE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91BDE-A6E0-624A-06CC-45B6EAB55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7873C-276F-7997-6E70-22FA2DB8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00452-98CB-0AEF-FF07-24EDDBD2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0D47D-C82E-D71D-2060-E56A03B1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0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94C0-2EBD-B656-C48C-365A1128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B122F-4E28-8F9F-4ED5-3F3C5B2CB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7FE30-4E72-CF9D-9271-EF71F0B3F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F38A9-4CDB-EE8C-3F33-2AE5771F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3B343-ACCA-CA9D-F6D8-70C95330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6B62E-68DF-8808-B3AF-D01338B9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3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C662-1E36-9681-3611-6C3139EA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DF2A3-1061-2279-9085-3A9CDFC7E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40E63-F33D-C8A8-718E-B2FC43BF5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8D24C-4EDB-5317-A027-8AF1B2F3D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463B7-205C-3C76-826F-F6A405553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DAA43-86E6-6163-42A5-5350654D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89DD5-2AFA-B5F6-82B6-938E380A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F0ED51-8537-6B2A-948B-1EB83A30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2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15A-5E2F-A042-601F-5A6CACC2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28507-E353-991E-9FCF-BD239BD3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51E97-BB55-585F-93AE-9DAA25A7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7B851-212D-36D5-04AF-CFFCC130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00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3D765-E1F7-1670-C8AC-0F5D8E3B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32AF5-5999-281E-328F-40D93401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4B978-D32C-32C4-9B39-6FD866AE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6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9B5A-739C-FA16-0D79-718E1F61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F7183-2D0C-6897-9D9D-B4676A22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626AB-5212-BCE9-2C8D-7C7F3A00D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90AAC-1425-8994-4A24-76C6E50A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37282-99FC-80D9-DFC4-2E1A81C3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A7F0A-7B98-7D5D-3401-BF8D4DA8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1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097D-1FEB-D07B-93E1-B619E9C7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B7D26-ADF0-E20E-36D1-517BBE2B7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ADCDE-C5C0-F4FC-495B-6190E9D5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28568-4BEE-AEB8-0299-034117FB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9F175-3D8D-E924-914C-52C91BD6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FC3E8-BF8B-3EBE-A5CD-75A67F32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0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8BBC-3D82-CBC9-943D-29D446EF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D9544-8014-9BA7-E606-DEEDA8DEE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A8BC3-3AB5-9990-8910-4C74EB44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5A67C-8409-B4AD-DE23-B60C5FAB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CC9EA-8533-E62D-99DC-4D0B1C12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630574-B752-A98A-7271-69335A89D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62CA9-4DC7-EC4C-DBF2-31F303BF2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6D3AB-5405-9177-5B00-B1C0C5B6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4A46-9E6C-3A3F-EAE1-3AE135E7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BC5B-E111-0DCC-7AE0-B21D30C1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2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50DF9-3C9E-3F89-64E1-8DD2E3D6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90A0B-DFF7-D1F8-2D61-2B87F54CB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F1F56-90C5-63CA-B4CC-D986A1ACE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82C6C-D7E3-4D45-A081-143CB3F4188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6ABC-FD41-C78E-FEC6-76FE871A6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6AF5E-465B-BD1A-4AB6-2D735FAAC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1F831-0555-4086-881E-8A63A16E3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3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AC2B5-90E2-E57A-EF60-3826CFB8DD5E}"/>
              </a:ext>
            </a:extLst>
          </p:cNvPr>
          <p:cNvSpPr txBox="1"/>
          <p:nvPr/>
        </p:nvSpPr>
        <p:spPr>
          <a:xfrm>
            <a:off x="648454" y="240480"/>
            <a:ext cx="56335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with multiple 15A outputs</a:t>
            </a:r>
          </a:p>
          <a:p>
            <a:r>
              <a:rPr lang="en-US" dirty="0"/>
              <a:t>Fault currents perhaps ~ 30A</a:t>
            </a:r>
            <a:br>
              <a:rPr lang="en-US" dirty="0"/>
            </a:br>
            <a:r>
              <a:rPr lang="en-US" dirty="0"/>
              <a:t>Copper busbars for handling the current in most cases.</a:t>
            </a:r>
            <a:br>
              <a:rPr lang="en-US" dirty="0"/>
            </a:br>
            <a:r>
              <a:rPr lang="en-US" dirty="0"/>
              <a:t>Problem with connection to output relay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0AF424-1E48-92D5-7856-B9ACC82F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54" y="1473081"/>
            <a:ext cx="7426603" cy="520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6679B7-2EF5-74FA-4982-02B6CEADD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4" y="1376345"/>
            <a:ext cx="7446478" cy="52410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EBD32C-049E-F77F-8DBE-5BBA89258A68}"/>
              </a:ext>
            </a:extLst>
          </p:cNvPr>
          <p:cNvSpPr txBox="1"/>
          <p:nvPr/>
        </p:nvSpPr>
        <p:spPr>
          <a:xfrm>
            <a:off x="732014" y="301989"/>
            <a:ext cx="9420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via current capacity an issue. Calculation shows min 11 needed – Space!</a:t>
            </a:r>
            <a:br>
              <a:rPr lang="en-US" dirty="0"/>
            </a:br>
            <a:r>
              <a:rPr lang="en-US" dirty="0"/>
              <a:t>Is copper filled via an option?</a:t>
            </a:r>
          </a:p>
          <a:p>
            <a:r>
              <a:rPr lang="en-US" dirty="0"/>
              <a:t>0,4/0,2 via is desired. Can go to 0,6/03 probably. One should carry at least 4A. (Temp rise 20C)</a:t>
            </a:r>
          </a:p>
        </p:txBody>
      </p:sp>
    </p:spTree>
    <p:extLst>
      <p:ext uri="{BB962C8B-B14F-4D97-AF65-F5344CB8AC3E}">
        <p14:creationId xmlns:p14="http://schemas.microsoft.com/office/powerpoint/2010/main" val="204500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E3D5CB9E7E214A83619E317AE8A5AB" ma:contentTypeVersion="17" ma:contentTypeDescription="Create a new document." ma:contentTypeScope="" ma:versionID="3ec8383bc202dcd5231598e63b67eb49">
  <xsd:schema xmlns:xsd="http://www.w3.org/2001/XMLSchema" xmlns:xs="http://www.w3.org/2001/XMLSchema" xmlns:p="http://schemas.microsoft.com/office/2006/metadata/properties" xmlns:ns2="34700147-afba-4891-810a-c484e8dc8ebf" xmlns:ns3="7cfb7178-de7e-41d1-b2fd-b4999c8a8b58" targetNamespace="http://schemas.microsoft.com/office/2006/metadata/properties" ma:root="true" ma:fieldsID="45b6753140c9b80dedb1baccef65a167" ns2:_="" ns3:_="">
    <xsd:import namespace="34700147-afba-4891-810a-c484e8dc8ebf"/>
    <xsd:import namespace="7cfb7178-de7e-41d1-b2fd-b4999c8a8b5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_dlc_DocId" minOccurs="0"/>
                <xsd:element ref="ns2:_dlc_DocIdUrl" minOccurs="0"/>
                <xsd:element ref="ns2:_dlc_DocIdPersistId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Comme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00147-afba-4891-810a-c484e8dc8eb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10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3a83e73f-ae33-4b14-ad67-731aa0beb81c}" ma:internalName="TaxCatchAll" ma:showField="CatchAllData" ma:web="34700147-afba-4891-810a-c484e8dc8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fb7178-de7e-41d1-b2fd-b4999c8a8b5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da8c9bd-a4ba-49dc-9a47-6166d54f53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Comments" ma:index="22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700147-afba-4891-810a-c484e8dc8ebf" xsi:nil="true"/>
    <lcf76f155ced4ddcb4097134ff3c332f xmlns="7cfb7178-de7e-41d1-b2fd-b4999c8a8b58">
      <Terms xmlns="http://schemas.microsoft.com/office/infopath/2007/PartnerControls"/>
    </lcf76f155ced4ddcb4097134ff3c332f>
    <Comments xmlns="7cfb7178-de7e-41d1-b2fd-b4999c8a8b58" xsi:nil="true"/>
    <_dlc_DocId xmlns="34700147-afba-4891-810a-c484e8dc8ebf">DZD65U25AH7W-1291113271-26255</_dlc_DocId>
    <_dlc_DocIdUrl xmlns="34700147-afba-4891-810a-c484e8dc8ebf">
      <Url>https://defsecintel.sharepoint.com/sites/Documentationsite/_layouts/15/DocIdRedir.aspx?ID=DZD65U25AH7W-1291113271-26255</Url>
      <Description>DZD65U25AH7W-1291113271-26255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632B423-1C01-49D8-82D4-DE45C221D2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13E841-3044-4741-BE00-A7A256C04344}"/>
</file>

<file path=customXml/itemProps3.xml><?xml version="1.0" encoding="utf-8"?>
<ds:datastoreItem xmlns:ds="http://schemas.openxmlformats.org/officeDocument/2006/customXml" ds:itemID="{53963815-7D2C-4F8F-BB60-16D258234383}">
  <ds:schemaRefs>
    <ds:schemaRef ds:uri="http://schemas.microsoft.com/office/2006/metadata/properties"/>
    <ds:schemaRef ds:uri="http://schemas.microsoft.com/office/infopath/2007/PartnerControls"/>
    <ds:schemaRef ds:uri="24628490-63fe-4a78-9861-31f2a70fc639"/>
    <ds:schemaRef ds:uri="80215b66-39ab-4073-9c50-ba98db366a00"/>
  </ds:schemaRefs>
</ds:datastoreItem>
</file>

<file path=customXml/itemProps4.xml><?xml version="1.0" encoding="utf-8"?>
<ds:datastoreItem xmlns:ds="http://schemas.openxmlformats.org/officeDocument/2006/customXml" ds:itemID="{04009929-5BE4-4577-8E75-2141FAC09484}"/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Indrek Keskküla</dc:creator>
  <cp:lastModifiedBy>Indrek Keskküla</cp:lastModifiedBy>
  <cp:revision>1</cp:revision>
  <dcterms:created xsi:type="dcterms:W3CDTF">2024-02-09T09:10:34Z</dcterms:created>
  <dcterms:modified xsi:type="dcterms:W3CDTF">2024-02-09T10:23:07Z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0x01010016E3D5CB9E7E214A83619E317AE8A5AB</vt:lpwstr>
  </property>
  <property fmtid="{D5CDD505-2E9C-101B-9397-08002B2CF9AE}" pid="3" name="MediaServiceImageTags">
    <vt:lpwstr/>
  </property>
  <property fmtid="{D5CDD505-2E9C-101B-9397-08002B2CF9AE}" pid="4" name="_dlc_DocIdItemGuid">
    <vt:lpwstr>3e27d98d-a6cf-45e9-9f0b-e7844e0c01ea</vt:lpwstr>
  </property>
</Properties>
</file>